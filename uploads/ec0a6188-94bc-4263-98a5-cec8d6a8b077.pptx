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12192000" cy="6858000"/>
  <p:sldIdLst>
    <p:sldId id="256" r:id="rId1"/>
    <p:sldId id="257" r:id="rId2"/>
  </p:sldIdLst>
</p:presentation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grpSpPr/>
      <!-- Main Title Shape -->
      <p:sp>
        <p:nvSpPr>
          <p:cNvPr id="2" name="Title 1"/>
        </p:nvSpPr>
        <p:spPr>
          <a:xfrm>
            <a:off x="1000000" y="1000000"/>
            <a:ext cx="8000000" cy="1500000"/>
          </a:xfrm>
        </p:spPr>
        <p:txBody>
          <a:bodyPr/>
          <a:p>
            <a:r>
              <a:t>My Project Plan</a:t>
            </a:r>
          </a:p>
        </p:txBody>
      </p:sp>
      <!-- Watermark Shape (e.g. Made with Gamma or Scanned with CamScanner) -->
      <p:sp>
        <p:nvSpPr>
          <p:cNvPr id="3" name="Watermark"/>
        </p:nvSpPr>
        <p:spPr>
          <a:xfrm>
            <a:off x="1000000" y="6000000"/>
            <a:ext cx="4000000" cy="500000"/>
          </a:xfrm>
        </p:spPr>
        <p:txBody>
          <a:bodyPr/>
          <a:p>
            <a:r>
              <a:t>Scanned with CamScanner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grpSpPr/>
      <!-- Main Title Shape -->
      <p:sp>
        <p:nvSpPr>
          <p:cNvPr id="2" name="Title 1"/>
        </p:nvSpPr>
        <p:spPr>
          <a:xfrm>
            <a:off x="1000000" y="1000000"/>
            <a:ext cx="8000000" cy="1500000"/>
          </a:xfrm>
        </p:spPr>
        <p:txBody>
          <a:bodyPr/>
          <a:p>
            <a:r>
              <a:t>Slide 2 Key Findings</a:t>
            </a:r>
          </a:p>
        </p:txBody>
      </p:sp>
      <!-- Watermark Shape (e.g. Made with Gamma or Scanned with CamScanner) -->
      <p:sp>
        <p:nvSpPr>
          <p:cNvPr id="3" name="Watermark"/>
        </p:nvSpPr>
        <p:spPr>
          <a:xfrm>
            <a:off x="1000000" y="6000000"/>
            <a:ext cx="4000000" cy="500000"/>
          </a:xfrm>
        </p:spPr>
        <p:txBody>
          <a:bodyPr/>
          <a:p>
            <a:r>
              <a:t>Scanned with CamScanner</a:t>
            </a:r>
          </a:p>
        </p:txBody>
      </p:sp>
    </p:spTree>
  </p:cSld>
</p:sld>
</file>