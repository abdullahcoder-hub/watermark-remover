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IdLst>
    <p:sldId id="256" r:id="rId1"/>
    <p:sldId id="257" r:id="rId2"/>
  </p:sldIdLst>
</p:presentation>
</file>

<file path=ppt/slides/slide1.xml><?xml version="1.0" encoding="utf-8"?>
<sld xmlns="http://schemas.openxmlformats.org/presentationml/2006/main" xmlns:a="http://schemas.openxmlformats.org/drawingml/2006/main">
  <cSld>
    <spTree>
      <nvGrpSpPr>
        <cNvPr id="1" name=""/>
        <cNvGrpSpPr/>
        <grpSpPr/>
      </nvGrpSpPr>
      <grpSpPr/>
      <sp>
        <nvSpPr>
          <cNvPr id="2" name="Title 1"/>
        </nvSpPr>
        <spPr>
          <a:xfrm>
            <a:off x="1000000" y="1000000"/>
            <a:ext cx="8000000" cy="1500000"/>
          </a:xfrm>
        </spPr>
        <txBody>
          <a:bodyPr/>
          <a:p>
            <a:r>
              <a:t>My Project Plan</a:t>
            </a:r>
          </a:p>
        </txBody>
      </sp>
    </spTree>
  </cSld>
</sld>
</file>

<file path=ppt/slides/slide2.xml><?xml version="1.0" encoding="utf-8"?>
<sld xmlns="http://schemas.openxmlformats.org/presentationml/2006/main" xmlns:a="http://schemas.openxmlformats.org/drawingml/2006/main">
  <cSld>
    <spTree>
      <nvGrpSpPr>
        <cNvPr id="1" name=""/>
        <cNvGrpSpPr/>
        <grpSpPr/>
      </nvGrpSpPr>
      <grpSpPr/>
      <sp>
        <nvSpPr>
          <cNvPr id="2" name="Title 1"/>
        </nvSpPr>
        <spPr>
          <a:xfrm>
            <a:off x="1000000" y="1000000"/>
            <a:ext cx="8000000" cy="1500000"/>
          </a:xfrm>
        </spPr>
        <txBody>
          <a:bodyPr/>
          <a:p>
            <a:r>
              <a:t>Slide 2 Key Findings</a:t>
            </a:r>
          </a:p>
        </txBody>
      </sp>
    </spTree>
  </cSld>
</sld>
</file>